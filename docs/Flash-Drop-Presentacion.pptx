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57" r:id="rId4"/>
    <p:sldId id="258" r:id="rId5"/>
    <p:sldId id="260" r:id="rId6"/>
    <p:sldId id="261" r:id="rId7"/>
    <p:sldId id="259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32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 Drop es un prototipo funcional de delivery multirol. Todo lo que se ve corre contra un backend real en Vercel + Supabase.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sigue este avance en cuatro pasos: Preparando y Listo para retiro se muestran juntos en su pantalla de seguimiento.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eg"/><Relationship Id="rId4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image" Target="../media/image1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11.jpeg"/><Relationship Id="rId6" Type="http://schemas.openxmlformats.org/officeDocument/2006/relationships/image" Target="../media/image10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b="1" kern="0" spc="400" noProof="0" dirty="0">
                <a:solidFill>
                  <a:srgbClr val="F5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DROP</a:t>
            </a:r>
            <a:endParaRPr lang="es-CL" sz="1250" noProof="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s-CL" sz="3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Delivery completo</a:t>
            </a:r>
            <a:endParaRPr lang="es-CL" sz="3900" noProof="0" dirty="0"/>
          </a:p>
          <a:p>
            <a:pPr marL="0" indent="0">
              <a:lnSpc>
                <a:spcPts val="4400"/>
              </a:lnSpc>
              <a:buNone/>
            </a:pPr>
            <a:r>
              <a:rPr lang="es-CL" sz="3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app.</a:t>
            </a:r>
            <a:endParaRPr lang="es-CL" sz="3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C:/Users/javie/Downloads/fotos app/WhatsApp Image 2026-08-17 at 10.30.20.jpeg">
            <a:extLst>
              <a:ext uri="{FF2B5EF4-FFF2-40B4-BE49-F238E27FC236}">
                <a16:creationId xmlns:a16="http://schemas.microsoft.com/office/drawing/2014/main" id="{DEBF1FF7-9495-FB5F-4F9D-2ED1ED513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06" y="1631255"/>
            <a:ext cx="2025579" cy="4389120"/>
          </a:xfrm>
          <a:prstGeom prst="rect">
            <a:avLst/>
          </a:prstGeom>
        </p:spPr>
      </p:pic>
      <p:pic>
        <p:nvPicPr>
          <p:cNvPr id="5" name="Image 1" descr="C:/Users/javie/Downloads/fotos app/WhatsApp Image 2026-08-17 at 10.30.21.jpeg">
            <a:extLst>
              <a:ext uri="{FF2B5EF4-FFF2-40B4-BE49-F238E27FC236}">
                <a16:creationId xmlns:a16="http://schemas.microsoft.com/office/drawing/2014/main" id="{4988342B-B9E7-876B-414C-828B092DC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42" y="1700411"/>
            <a:ext cx="2025579" cy="438912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41ED2B2B-D981-CFB5-5A94-AC45DF452482}"/>
              </a:ext>
            </a:extLst>
          </p:cNvPr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y selección de perfil </a:t>
            </a:r>
            <a:endParaRPr lang="es-CL" sz="3400" noProof="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C1CF83B-6D90-8445-6CAA-D4C9D90F94B9}"/>
              </a:ext>
            </a:extLst>
          </p:cNvPr>
          <p:cNvSpPr/>
          <p:nvPr/>
        </p:nvSpPr>
        <p:spPr>
          <a:xfrm>
            <a:off x="548640" y="98815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 la aplicación, el usuario deberá autenticarse mediante su correo electrónico y contraseña. </a:t>
            </a:r>
            <a:endParaRPr lang="es-CL" sz="1350" noProof="0" dirty="0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617616AD-7D49-F78F-2209-078D9D46F5AB}"/>
              </a:ext>
            </a:extLst>
          </p:cNvPr>
          <p:cNvSpPr/>
          <p:nvPr/>
        </p:nvSpPr>
        <p:spPr>
          <a:xfrm>
            <a:off x="8389707" y="2720340"/>
            <a:ext cx="174633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/>
              <a:t>Si el usuario tiene más de un rol, el sistema deberá mostrar una pantalla de Selección de Perfil, donde podrá elegir con qué rol desea ingresar.</a:t>
            </a:r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5196DB4F-36E0-9854-5122-C637BEB25E92}"/>
              </a:ext>
            </a:extLst>
          </p:cNvPr>
          <p:cNvSpPr/>
          <p:nvPr/>
        </p:nvSpPr>
        <p:spPr>
          <a:xfrm>
            <a:off x="3106469" y="2706250"/>
            <a:ext cx="1836467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200" noProof="0" dirty="0"/>
              <a:t>Al iniciar la aplicación, el usuario deberá autenticarse mediante su correo electrónico y contraseña.</a:t>
            </a:r>
            <a:endParaRPr lang="es-CL" sz="1150" noProof="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78018815-47A7-69AD-2E08-5478B79AA648}"/>
              </a:ext>
            </a:extLst>
          </p:cNvPr>
          <p:cNvSpPr/>
          <p:nvPr/>
        </p:nvSpPr>
        <p:spPr>
          <a:xfrm>
            <a:off x="5783724" y="1586111"/>
            <a:ext cx="4566000" cy="4661570"/>
          </a:xfrm>
          <a:prstGeom prst="roundRect">
            <a:avLst>
              <a:gd name="adj" fmla="val 2100"/>
            </a:avLst>
          </a:prstGeom>
          <a:noFill/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C7D82160-4DD4-EA08-FAD3-C5E2ABE3A24C}"/>
              </a:ext>
            </a:extLst>
          </p:cNvPr>
          <p:cNvSpPr/>
          <p:nvPr/>
        </p:nvSpPr>
        <p:spPr>
          <a:xfrm>
            <a:off x="693238" y="1586111"/>
            <a:ext cx="4566000" cy="4617720"/>
          </a:xfrm>
          <a:prstGeom prst="roundRect">
            <a:avLst>
              <a:gd name="adj" fmla="val 2100"/>
            </a:avLst>
          </a:prstGeom>
          <a:noFill/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2308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roles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 sesión la app lee los roles del usuario y abre una vista distinta para cada uno. La cuenta </a:t>
            </a:r>
            <a:r>
              <a:rPr lang="es-CL" sz="1350" noProof="0" dirty="0" err="1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multirol</a:t>
            </a:r>
            <a:r>
              <a:rPr lang="es-CL" sz="13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recorre el ciclo completo en un solo teléfono.</a:t>
            </a:r>
            <a:endParaRPr lang="es-CL" sz="135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483864" cy="461772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1776085" y="1796796"/>
            <a:ext cx="1028974" cy="2112264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9525">
            <a:solidFill>
              <a:srgbClr val="E4DBC9"/>
            </a:solidFill>
            <a:prstDash val="solid"/>
          </a:ln>
          <a:effectLst>
            <a:outerShdw blurRad="1778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C:/Users/javie/Downloads/fotos app/WhatsApp Image 2026-08-17 at 10.30.21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377" y="1847088"/>
            <a:ext cx="928390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" y="4059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B8740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5"/>
          <p:cNvSpPr/>
          <p:nvPr/>
        </p:nvSpPr>
        <p:spPr>
          <a:xfrm>
            <a:off x="1078992" y="395020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900" b="1" noProof="0" dirty="0">
                <a:solidFill>
                  <a:srgbClr val="B8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s-CL" sz="1900" noProof="0" dirty="0"/>
          </a:p>
        </p:txBody>
      </p:sp>
      <p:sp>
        <p:nvSpPr>
          <p:cNvPr id="9" name="Text 6"/>
          <p:cNvSpPr/>
          <p:nvPr/>
        </p:nvSpPr>
        <p:spPr>
          <a:xfrm>
            <a:off x="859536" y="4370832"/>
            <a:ext cx="2862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con búsqueda y filtro por categoría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pedidos: activos y entregados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con dirección y forma de pago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en vivo con mapa</a:t>
            </a:r>
            <a:endParaRPr lang="es-CL" sz="1150" noProof="0" dirty="0"/>
          </a:p>
        </p:txBody>
      </p:sp>
      <p:sp>
        <p:nvSpPr>
          <p:cNvPr id="10" name="Text 7"/>
          <p:cNvSpPr/>
          <p:nvPr/>
        </p:nvSpPr>
        <p:spPr>
          <a:xfrm>
            <a:off x="859536" y="58704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CL" sz="950" noProof="0" dirty="0" err="1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s-CL" sz="950" noProof="0" dirty="0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CL" sz="950" noProof="0" dirty="0" err="1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r>
              <a:rPr lang="es-CL" sz="950" noProof="0" dirty="0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CL" sz="950" noProof="0" dirty="0" err="1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s-CL" sz="950" noProof="0" dirty="0"/>
          </a:p>
        </p:txBody>
      </p:sp>
      <p:sp>
        <p:nvSpPr>
          <p:cNvPr id="11" name="Shape 8"/>
          <p:cNvSpPr/>
          <p:nvPr/>
        </p:nvSpPr>
        <p:spPr>
          <a:xfrm>
            <a:off x="4352544" y="1664208"/>
            <a:ext cx="3483864" cy="461772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9"/>
          <p:cNvSpPr/>
          <p:nvPr/>
        </p:nvSpPr>
        <p:spPr>
          <a:xfrm>
            <a:off x="5579989" y="1796796"/>
            <a:ext cx="1028974" cy="2112264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9525">
            <a:solidFill>
              <a:srgbClr val="E4DBC9"/>
            </a:solidFill>
            <a:prstDash val="solid"/>
          </a:ln>
          <a:effectLst>
            <a:outerShdw blurRad="1778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13" name="Image 1" descr="C:/Users/javie/Downloads/fotos app/WhatsApp Image 2026-08-17 at 10.30.21 (4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0281" y="1847088"/>
            <a:ext cx="928390" cy="2011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45152" y="4059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C6E3A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1"/>
          <p:cNvSpPr/>
          <p:nvPr/>
        </p:nvSpPr>
        <p:spPr>
          <a:xfrm>
            <a:off x="4882896" y="395020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900" b="1" noProof="0" dirty="0">
                <a:solidFill>
                  <a:srgbClr val="2C6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</a:t>
            </a:r>
            <a:endParaRPr lang="es-CL" sz="1900" noProof="0" dirty="0"/>
          </a:p>
        </p:txBody>
      </p:sp>
      <p:sp>
        <p:nvSpPr>
          <p:cNvPr id="16" name="Text 12"/>
          <p:cNvSpPr/>
          <p:nvPr/>
        </p:nvSpPr>
        <p:spPr>
          <a:xfrm>
            <a:off x="4663440" y="4370832"/>
            <a:ext cx="2862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de pedidos del local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con cliente, productos y pago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estado con un botón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activos sobre el total</a:t>
            </a:r>
            <a:endParaRPr lang="es-CL" sz="1150" noProof="0" dirty="0"/>
          </a:p>
        </p:txBody>
      </p:sp>
      <p:sp>
        <p:nvSpPr>
          <p:cNvPr id="17" name="Text 13"/>
          <p:cNvSpPr/>
          <p:nvPr/>
        </p:nvSpPr>
        <p:spPr>
          <a:xfrm>
            <a:off x="4663440" y="58704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/restaurant/</a:t>
            </a:r>
            <a:r>
              <a:rPr lang="es-CL" sz="950" noProof="0" dirty="0" err="1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lang="es-CL" sz="950" noProof="0" dirty="0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CL" sz="950" noProof="0" dirty="0" err="1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s-CL" sz="950" noProof="0" dirty="0"/>
          </a:p>
        </p:txBody>
      </p:sp>
      <p:sp>
        <p:nvSpPr>
          <p:cNvPr id="18" name="Shape 14"/>
          <p:cNvSpPr/>
          <p:nvPr/>
        </p:nvSpPr>
        <p:spPr>
          <a:xfrm>
            <a:off x="8156448" y="1664208"/>
            <a:ext cx="3483864" cy="461772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5"/>
          <p:cNvSpPr/>
          <p:nvPr/>
        </p:nvSpPr>
        <p:spPr>
          <a:xfrm>
            <a:off x="9383893" y="1796796"/>
            <a:ext cx="1028974" cy="2112264"/>
          </a:xfrm>
          <a:prstGeom prst="roundRect">
            <a:avLst>
              <a:gd name="adj" fmla="val 7998"/>
            </a:avLst>
          </a:prstGeom>
          <a:solidFill>
            <a:srgbClr val="FFFFFF"/>
          </a:solidFill>
          <a:ln w="9525">
            <a:solidFill>
              <a:srgbClr val="E4DBC9"/>
            </a:solidFill>
            <a:prstDash val="solid"/>
          </a:ln>
          <a:effectLst>
            <a:outerShdw blurRad="1778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20" name="Image 2" descr="C:/Users/javie/Downloads/fotos app/WhatsApp Image 2026-08-17 at 10.30.2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185" y="1847088"/>
            <a:ext cx="928390" cy="20116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449056" y="4059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B5FA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17"/>
          <p:cNvSpPr/>
          <p:nvPr/>
        </p:nvSpPr>
        <p:spPr>
          <a:xfrm>
            <a:off x="8686800" y="3950208"/>
            <a:ext cx="2660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900" b="1" noProof="0" dirty="0">
                <a:solidFill>
                  <a:srgbClr val="1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</a:t>
            </a:r>
            <a:endParaRPr lang="es-CL" sz="1900" noProof="0" dirty="0"/>
          </a:p>
        </p:txBody>
      </p:sp>
      <p:sp>
        <p:nvSpPr>
          <p:cNvPr id="23" name="Text 18"/>
          <p:cNvSpPr/>
          <p:nvPr/>
        </p:nvSpPr>
        <p:spPr>
          <a:xfrm>
            <a:off x="8467344" y="4370832"/>
            <a:ext cx="28620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ordenados por cercanía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hasta 3 del mismo local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recorrido con retiro y entrega</a:t>
            </a:r>
            <a:endParaRPr lang="es-CL" sz="1150" noProof="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s-CL" sz="11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el pedido para otros repartidores</a:t>
            </a:r>
            <a:endParaRPr lang="es-CL" sz="1150" noProof="0" dirty="0"/>
          </a:p>
        </p:txBody>
      </p:sp>
      <p:sp>
        <p:nvSpPr>
          <p:cNvPr id="24" name="Text 19"/>
          <p:cNvSpPr/>
          <p:nvPr/>
        </p:nvSpPr>
        <p:spPr>
          <a:xfrm>
            <a:off x="8467344" y="58704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950" noProof="0" dirty="0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CL" sz="950" noProof="0" dirty="0" err="1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</a:t>
            </a:r>
            <a:r>
              <a:rPr lang="es-CL" sz="950" noProof="0" dirty="0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CL" sz="950" noProof="0" dirty="0" err="1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r>
              <a:rPr lang="es-CL" sz="950" noProof="0" dirty="0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CL" sz="950" noProof="0" dirty="0" err="1">
                <a:solidFill>
                  <a:srgbClr val="7A71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s-CL" sz="9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del cliente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498348" y="94183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hace el cliente pasa por dos pantallas: el catálogo —que además es su lista de pedidos— y el seguimiento del pedido en curso.</a:t>
            </a:r>
            <a:endParaRPr lang="es-CL" sz="1350" noProof="0" dirty="0"/>
          </a:p>
        </p:txBody>
      </p:sp>
      <p:pic>
        <p:nvPicPr>
          <p:cNvPr id="5" name="Image 0" descr="C:/Users/javie/Downloads/fotos app/WhatsApp Image 2026-08-17 at 10.30.21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43" y="1609698"/>
            <a:ext cx="2364340" cy="51231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2424" y="2077613"/>
            <a:ext cx="547601" cy="557381"/>
          </a:xfrm>
          <a:prstGeom prst="ellipse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4"/>
          <p:cNvSpPr/>
          <p:nvPr/>
        </p:nvSpPr>
        <p:spPr>
          <a:xfrm>
            <a:off x="3646573" y="2058692"/>
            <a:ext cx="547601" cy="557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3367747" y="2755444"/>
            <a:ext cx="1781871" cy="755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el catálogo</a:t>
            </a:r>
            <a:endParaRPr lang="es-CL" sz="1600" noProof="0" dirty="0"/>
          </a:p>
        </p:txBody>
      </p:sp>
      <p:sp>
        <p:nvSpPr>
          <p:cNvPr id="9" name="Text 6"/>
          <p:cNvSpPr/>
          <p:nvPr/>
        </p:nvSpPr>
        <p:spPr>
          <a:xfrm>
            <a:off x="3362354" y="2733181"/>
            <a:ext cx="1868335" cy="2256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s-CL" sz="120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producto, categoría o tienda. Cada tarjeta indica de qué local es y a qué precio.</a:t>
            </a:r>
            <a:endParaRPr lang="es-CL" sz="1200" noProof="0" dirty="0"/>
          </a:p>
        </p:txBody>
      </p:sp>
      <p:sp>
        <p:nvSpPr>
          <p:cNvPr id="10" name="Shape 7"/>
          <p:cNvSpPr/>
          <p:nvPr/>
        </p:nvSpPr>
        <p:spPr>
          <a:xfrm>
            <a:off x="5975230" y="2232861"/>
            <a:ext cx="2098973" cy="445905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 w="9525">
            <a:solidFill>
              <a:srgbClr val="E4DBC9"/>
            </a:solidFill>
            <a:prstDash val="solid"/>
          </a:ln>
          <a:effectLst>
            <a:outerShdw blurRad="1778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C:/Users/javie/Downloads/fotos app/WhatsApp Image 2026-08-17 at 10.30.21 (2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665" y="1602304"/>
            <a:ext cx="2364340" cy="512316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494827" y="2043228"/>
            <a:ext cx="547601" cy="557381"/>
          </a:xfrm>
          <a:prstGeom prst="ellipse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9"/>
          <p:cNvSpPr/>
          <p:nvPr/>
        </p:nvSpPr>
        <p:spPr>
          <a:xfrm>
            <a:off x="8518052" y="2011189"/>
            <a:ext cx="547601" cy="557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200" noProof="0" dirty="0"/>
          </a:p>
        </p:txBody>
      </p:sp>
      <p:sp>
        <p:nvSpPr>
          <p:cNvPr id="14" name="Text 10"/>
          <p:cNvSpPr/>
          <p:nvPr/>
        </p:nvSpPr>
        <p:spPr>
          <a:xfrm>
            <a:off x="8275609" y="2637322"/>
            <a:ext cx="2646899" cy="928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pedido</a:t>
            </a:r>
            <a:endParaRPr lang="es-CL" sz="1600" noProof="0" dirty="0"/>
          </a:p>
        </p:txBody>
      </p:sp>
      <p:sp>
        <p:nvSpPr>
          <p:cNvPr id="15" name="Text 11"/>
          <p:cNvSpPr/>
          <p:nvPr/>
        </p:nvSpPr>
        <p:spPr>
          <a:xfrm>
            <a:off x="8275608" y="2733182"/>
            <a:ext cx="2646899" cy="2256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s-CL" sz="120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Cantidades, dirección de entrega y forma de pago en la misma hoja. El envío se suma al subtotal.</a:t>
            </a:r>
            <a:endParaRPr lang="es-CL" sz="1200" noProof="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F790C9B-1C7D-423B-A023-17B5DEF73DB2}"/>
              </a:ext>
            </a:extLst>
          </p:cNvPr>
          <p:cNvSpPr/>
          <p:nvPr/>
        </p:nvSpPr>
        <p:spPr>
          <a:xfrm>
            <a:off x="498348" y="93268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hace el cliente pasa por dos pantallas: el catálogo —que además es su lista de pedidos— y el seguimiento del pedido en curso.</a:t>
            </a:r>
            <a:endParaRPr lang="es-CL" sz="1350" noProof="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077B7A6F-54FC-2A8B-B5B4-9A7D6F87C0FA}"/>
              </a:ext>
            </a:extLst>
          </p:cNvPr>
          <p:cNvSpPr/>
          <p:nvPr/>
        </p:nvSpPr>
        <p:spPr>
          <a:xfrm>
            <a:off x="510022" y="1426464"/>
            <a:ext cx="4855607" cy="5431536"/>
          </a:xfrm>
          <a:prstGeom prst="roundRect">
            <a:avLst>
              <a:gd name="adj" fmla="val 2100"/>
            </a:avLst>
          </a:prstGeom>
          <a:noFill/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F0974C31-C039-9FAF-173A-8012A5427383}"/>
              </a:ext>
            </a:extLst>
          </p:cNvPr>
          <p:cNvSpPr/>
          <p:nvPr/>
        </p:nvSpPr>
        <p:spPr>
          <a:xfrm>
            <a:off x="5432094" y="1435320"/>
            <a:ext cx="5566585" cy="5431536"/>
          </a:xfrm>
          <a:prstGeom prst="roundRect">
            <a:avLst>
              <a:gd name="adj" fmla="val 2100"/>
            </a:avLst>
          </a:prstGeom>
          <a:noFill/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Restaurante: la bandeja del local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local ve solo sus pedidos, revisa el detalle completo y hace avanzar el estado con un botón.</a:t>
            </a:r>
            <a:endParaRPr lang="es-CL" sz="1350" noProof="0" dirty="0"/>
          </a:p>
        </p:txBody>
      </p:sp>
      <p:pic>
        <p:nvPicPr>
          <p:cNvPr id="5" name="Image 0" descr="C:/Users/javie/Downloads/fotos app/WhatsApp Image 2026-08-17 at 10.30.21 (4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97" y="1547182"/>
            <a:ext cx="2244335" cy="4863130"/>
          </a:xfrm>
          <a:prstGeom prst="rect">
            <a:avLst/>
          </a:prstGeom>
        </p:spPr>
      </p:pic>
      <p:pic>
        <p:nvPicPr>
          <p:cNvPr id="7" name="Image 1" descr="C:/Users/javie/Downloads/fotos app/WhatsApp Image 2026-08-17 at 10.30.21 (5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343" y="1610822"/>
            <a:ext cx="2244335" cy="4863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76912" y="2562045"/>
            <a:ext cx="1953537" cy="15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s-CL" sz="13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del pedido</a:t>
            </a:r>
            <a:endParaRPr lang="es-CL" sz="1350" noProof="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80E083D-2BAC-DC79-53CC-2DE9ADF505E0}"/>
              </a:ext>
            </a:extLst>
          </p:cNvPr>
          <p:cNvSpPr/>
          <p:nvPr/>
        </p:nvSpPr>
        <p:spPr>
          <a:xfrm>
            <a:off x="848264" y="1356763"/>
            <a:ext cx="4504078" cy="5431536"/>
          </a:xfrm>
          <a:prstGeom prst="roundRect">
            <a:avLst>
              <a:gd name="adj" fmla="val 2100"/>
            </a:avLst>
          </a:prstGeom>
          <a:noFill/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88492B5D-5904-F9C2-0CFF-4B1B65325527}"/>
              </a:ext>
            </a:extLst>
          </p:cNvPr>
          <p:cNvSpPr/>
          <p:nvPr/>
        </p:nvSpPr>
        <p:spPr>
          <a:xfrm>
            <a:off x="3398805" y="2842978"/>
            <a:ext cx="1682153" cy="921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ts val="1900"/>
              </a:lnSpc>
              <a:buFont typeface="Arial" panose="020B0604020202020204" pitchFamily="34" charset="0"/>
              <a:buChar char="•"/>
            </a:pPr>
            <a:r>
              <a:rPr lang="es-CL" sz="1350" noProof="0" dirty="0"/>
              <a:t>Listado de pedidos del local</a:t>
            </a: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F6E03ACA-56B1-FAB4-9FF1-8532A3F13607}"/>
              </a:ext>
            </a:extLst>
          </p:cNvPr>
          <p:cNvSpPr/>
          <p:nvPr/>
        </p:nvSpPr>
        <p:spPr>
          <a:xfrm>
            <a:off x="6305910" y="1326619"/>
            <a:ext cx="5337450" cy="5431536"/>
          </a:xfrm>
          <a:prstGeom prst="roundRect">
            <a:avLst>
              <a:gd name="adj" fmla="val 2100"/>
            </a:avLst>
          </a:prstGeom>
          <a:noFill/>
          <a:ln w="9525">
            <a:solidFill>
              <a:srgbClr val="E4DBC9"/>
            </a:solidFill>
            <a:prstDash val="solid"/>
          </a:ln>
          <a:effectLst>
            <a:outerShdw blurRad="203200" dist="38100" dir="5400000" algn="bl" rotWithShape="0">
              <a:srgbClr val="1A1712">
                <a:alpha val="16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Repartidor: ruta y agrupación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pantalla con más lógica: ordena por cercanía, propone juntar pedidos del mismo local y arma el recorrido antes de salir.</a:t>
            </a:r>
            <a:endParaRPr lang="es-CL" sz="1350" noProof="0" dirty="0"/>
          </a:p>
        </p:txBody>
      </p:sp>
      <p:pic>
        <p:nvPicPr>
          <p:cNvPr id="5" name="Image 0" descr="C:/Users/javie/Downloads/fotos app/WhatsApp Image 2026-08-17 at 10.30.22 (3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885" y="1578203"/>
            <a:ext cx="2136665" cy="46298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0677" y="6222492"/>
            <a:ext cx="1717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s-CL" sz="10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y tiempo estimados</a:t>
            </a:r>
            <a:endParaRPr lang="es-CL" sz="1050" noProof="0" dirty="0"/>
          </a:p>
        </p:txBody>
      </p:sp>
      <p:pic>
        <p:nvPicPr>
          <p:cNvPr id="8" name="Image 1" descr="C:/Users/javie/Downloads/fotos app/WhatsApp Image 2026-08-17 at 10.30.22 (2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88" y="1641348"/>
            <a:ext cx="2095024" cy="45395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02757" y="6222492"/>
            <a:ext cx="1717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s-CL" sz="10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curso</a:t>
            </a:r>
            <a:endParaRPr lang="es-CL" sz="1050" noProof="0" dirty="0"/>
          </a:p>
        </p:txBody>
      </p:sp>
      <p:pic>
        <p:nvPicPr>
          <p:cNvPr id="11" name="Image 2" descr="C:/Users/javie/Downloads/fotos app/WhatsApp Image 2026-08-17 at 10.30.22 (1)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058" y="1578203"/>
            <a:ext cx="2136666" cy="46298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3621" y="6208033"/>
            <a:ext cx="1717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s-CL" sz="10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en Google Maps</a:t>
            </a:r>
            <a:endParaRPr lang="es-CL" sz="1050" noProof="0" dirty="0"/>
          </a:p>
        </p:txBody>
      </p:sp>
      <p:sp>
        <p:nvSpPr>
          <p:cNvPr id="15" name="Text 10"/>
          <p:cNvSpPr/>
          <p:nvPr/>
        </p:nvSpPr>
        <p:spPr>
          <a:xfrm>
            <a:off x="8867955" y="1791879"/>
            <a:ext cx="310016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s-CL" sz="12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pueden agrupar hasta 3 pedidos del mismo local en una sola salida.</a:t>
            </a:r>
            <a:endParaRPr lang="es-CL" sz="1250" noProof="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s-CL" sz="12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tomarlos pasan a “En camino” y quedan bloqueados para el resto de los repartidores.</a:t>
            </a:r>
            <a:endParaRPr lang="es-CL" sz="1250" noProof="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s-CL" sz="12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dibuja el local, las entregas numeradas y el trazado entre ambos.</a:t>
            </a:r>
            <a:endParaRPr lang="es-CL" sz="1250" noProof="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s-CL" sz="1250" noProof="0" dirty="0">
                <a:solidFill>
                  <a:srgbClr val="4A4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“Navegar” abre Google Maps con la dirección real de entrega.</a:t>
            </a:r>
            <a:endParaRPr lang="es-CL" sz="125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un pedido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614114" y="958568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50" noProof="0" dirty="0">
                <a:solidFill>
                  <a:srgbClr val="7A7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lo escribe un rol distinto sobre el mismo registro. Este es el orden real que implementa la app.</a:t>
            </a:r>
            <a:endParaRPr lang="es-CL" sz="1350" noProof="0" dirty="0"/>
          </a:p>
        </p:txBody>
      </p:sp>
      <p:sp>
        <p:nvSpPr>
          <p:cNvPr id="4" name="Shape 2"/>
          <p:cNvSpPr/>
          <p:nvPr/>
        </p:nvSpPr>
        <p:spPr>
          <a:xfrm>
            <a:off x="1816122" y="1572768"/>
            <a:ext cx="420624" cy="420624"/>
          </a:xfrm>
          <a:prstGeom prst="ellipse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816122" y="1572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129947" y="1539064"/>
            <a:ext cx="420624" cy="420624"/>
          </a:xfrm>
          <a:prstGeom prst="ellipse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4137004" y="1545887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450829" y="1547646"/>
            <a:ext cx="420624" cy="420624"/>
          </a:xfrm>
          <a:prstGeom prst="ellipse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6450829" y="154764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9412005" y="1539064"/>
            <a:ext cx="420624" cy="420624"/>
          </a:xfrm>
          <a:prstGeom prst="ellipse">
            <a:avLst/>
          </a:prstGeom>
          <a:solidFill>
            <a:srgbClr val="F5A80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9412005" y="1539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1A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200" noProof="0" dirty="0"/>
          </a:p>
        </p:txBody>
      </p:sp>
      <p:pic>
        <p:nvPicPr>
          <p:cNvPr id="25" name="Image 0" descr="C:/Users/javie/Downloads/fotos app/WhatsApp Image 2026-08-17 at 10.30.21 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231136"/>
            <a:ext cx="1863695" cy="403834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78992" y="6483931"/>
            <a:ext cx="2544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confirma</a:t>
            </a:r>
            <a:endParaRPr lang="es-CL" sz="1300" noProof="0" dirty="0"/>
          </a:p>
        </p:txBody>
      </p:sp>
      <p:pic>
        <p:nvPicPr>
          <p:cNvPr id="29" name="Image 1" descr="C:/Users/javie/Downloads/fotos app/WhatsApp Image 2026-08-17 at 10.30.21 (5)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859" y="2271135"/>
            <a:ext cx="1863695" cy="403834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713150" y="6486519"/>
            <a:ext cx="2544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local lo revisa</a:t>
            </a:r>
            <a:endParaRPr lang="es-CL" sz="1300" noProof="0" dirty="0"/>
          </a:p>
        </p:txBody>
      </p:sp>
      <p:pic>
        <p:nvPicPr>
          <p:cNvPr id="33" name="Image 2" descr="C:/Users/javie/Downloads/fotos app/WhatsApp Image 2026-08-17 at 10.30.22 (4)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6194" y="2252429"/>
            <a:ext cx="1907801" cy="413391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080760" y="6379379"/>
            <a:ext cx="2544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repartidor lo toma</a:t>
            </a:r>
            <a:endParaRPr lang="es-CL" sz="1300" noProof="0" dirty="0"/>
          </a:p>
        </p:txBody>
      </p:sp>
      <p:pic>
        <p:nvPicPr>
          <p:cNvPr id="37" name="Image 3" descr="C:/Users/javie/Downloads/fotos app/WhatsApp Image 2026-08-17 at 10.30.22 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077" y="2183350"/>
            <a:ext cx="1907801" cy="4133913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982400" y="6378808"/>
            <a:ext cx="25443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3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sale a la calle</a:t>
            </a:r>
            <a:endParaRPr lang="es-CL" sz="13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5F294C-BE7D-C6AC-DBD2-EA7BB94E0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1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666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BFDB5C9-5D23-3671-9348-8CC9C82AC1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30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021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85449BF-1B8F-0695-DA1C-85AE78339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174"/>
            <a:ext cx="12192000" cy="666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14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116D16-C697-6888-23F5-4B23919FA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89" b="27083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469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D94689-2815-BC85-41EE-3AAFDBB8E4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39" b="5892"/>
          <a:stretch>
            <a:fillRect/>
          </a:stretch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4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54870A6-8967-3DE5-DB62-C31EE3F7319B}"/>
              </a:ext>
            </a:extLst>
          </p:cNvPr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falta o que se debe mejorar</a:t>
            </a:r>
            <a:endParaRPr lang="es-CL" sz="3400" noProof="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8D7E0E05-F587-1E3F-4101-54BD63E260AD}"/>
              </a:ext>
            </a:extLst>
          </p:cNvPr>
          <p:cNvSpPr/>
          <p:nvPr/>
        </p:nvSpPr>
        <p:spPr>
          <a:xfrm>
            <a:off x="387774" y="1234440"/>
            <a:ext cx="11064240" cy="525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pasarela de pago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pedidos (cliente)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– agregar – editar direcciones (cliente)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noProof="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en el back</a:t>
            </a:r>
            <a:r>
              <a:rPr lang="es-CL" sz="2400" dirty="0" err="1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(restaurant)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cambios de estados del pedido (restaurant – repartidor)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(restaurant – repartidor)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de pedidos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navegación o mapa (repartidor)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tiempo distancia (repartidor)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pedidos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pedidos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claves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rgbClr val="1F1A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</a:p>
        </p:txBody>
      </p:sp>
    </p:spTree>
    <p:extLst>
      <p:ext uri="{BB962C8B-B14F-4D97-AF65-F5344CB8AC3E}">
        <p14:creationId xmlns:p14="http://schemas.microsoft.com/office/powerpoint/2010/main" val="2708449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629</Words>
  <Application>Microsoft Office PowerPoint</Application>
  <PresentationFormat>Panorámica</PresentationFormat>
  <Paragraphs>87</Paragraphs>
  <Slides>13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 Drop</dc:title>
  <dc:subject>PptxGenJS Presentation</dc:subject>
  <dc:creator>GESSOF</dc:creator>
  <cp:lastModifiedBy>Javier Andres Larranaga Guerrero</cp:lastModifiedBy>
  <cp:revision>7</cp:revision>
  <dcterms:created xsi:type="dcterms:W3CDTF">2026-08-17T15:12:13Z</dcterms:created>
  <dcterms:modified xsi:type="dcterms:W3CDTF">2026-08-17T16:19:39Z</dcterms:modified>
</cp:coreProperties>
</file>